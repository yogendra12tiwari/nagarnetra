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8655" cy="20116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NAGARNETRA</a:t>
            </a:r>
          </a:p>
          <a:p>
            <a:pPr>
              <a:defRPr sz="1800">
                <a:solidFill>
                  <a:srgbClr val="F1F5F9"/>
                </a:solidFill>
              </a:defRPr>
            </a:pPr>
            <a:r>
              <a:t>AI-Powered Civic Sanitation Intelligence &amp; Municipal Dispatch Platform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Unified operational workflow connecting WhatsApp citizen intake, Haversine 50m spatial clustering, real-time Leaflet GIS command center, and Gemini 3.6 Flash / Gemma AI intelligence.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3332073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51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Active Hotspots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Geospatially clustered dump points mapped across Lucknow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9353" y="2834640"/>
            <a:ext cx="3332073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526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Total Reports Logged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Inbound citizen complaints ingested via WhatsApp webhook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7186" y="2834640"/>
            <a:ext cx="3332073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57%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AI Match &amp; Merge Rate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Duplicate submissions grouped into unified SWC-XXXX tickets</a:t>
            </a:r>
          </a:p>
        </p:txBody>
      </p:sp>
      <p:pic>
        <p:nvPicPr>
          <p:cNvPr id="6" name="Picture 5" descr="nagarnetra-logo-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7315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01 / 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Waste Reports Need One Central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NagarNetra turns fragmented WhatsApp complaints into structured, actionable municipal cleanup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217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1. Zero-Friction Intake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Citizens report garbage dump sites instantly via WhatsApp with photo and live GPS location—no new app download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6217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2. 50m Haversine Clustering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Intelligent spatial engine groups repeat nearby reports into unified SWC-XXXX tickets with SHA-256 image deduplication.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217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3. Real-Time Command Dashboard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Municipal supervisors get a live GIS map with H3 hexagon analytics, severity filters, and squad dispatch controls.</a:t>
            </a:r>
          </a:p>
        </p:txBody>
      </p:sp>
      <p:pic>
        <p:nvPicPr>
          <p:cNvPr id="8" name="Picture 7" descr="slide1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44975" cy="4144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02 / TARGET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Three User Groups Sharing One Real-Time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platform connects citizens reporting waste, supervisors prioritizing it, and field teams resolving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2073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Citizens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WhatsApp Interface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Report dump points in &lt; 15 seconds, receive status tracking updates, and provide post-cleanup feedback ratings.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828800"/>
            <a:ext cx="3332073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Municipal Supervisors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Admin Command Center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Inspect recurring dump sites, track resolution SLAs, view H3 hexagon severity density, and trigger AI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6" y="1828800"/>
            <a:ext cx="3332073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Cleanup Squads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Field Operations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Receive zone-based cleanup tasks, navigate to exact GPS coordinates, and resolve tickets with proof-of-work.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03 / TECH STACK &amp;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Production Express Server &amp; Gemini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Decoupled Node.js architecture deployed on Render with real-time Firebase Firestore database.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301752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 &amp;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Frontend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React + Vite, Tailwind, Leaflet, Uber 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Interactive GIS map, analytics dashboard, and citizen RAG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Backend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Render Express Server, Node.js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Webhook processing, state machine, Haversine clustering, REST APIs.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Database &amp;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Firebase Firestore (Cloud), Admin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Real-time sync, transaction counters, rules-secured data store.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 &amp; WhatsApp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Gemini 3.6 Flash / Gemma, Twilio Webhook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Automated waste detection, RAG city assistant, multi-lingual WhatsApp.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lide5_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0"/>
            <a:ext cx="3596335" cy="3596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04 / IMPLEMENTATION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Phased Rollout Strategy Across Municipalities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Standardized geospatial zoning allows NagarNetra to expand seamlessly from pilots to city-wide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Phase 1: Intake &amp; Deduplication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WhatsApp webhook, photo/GPS ingestion, SHA-256 hashing, and automated complaint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Phase 2: Spatial Clustering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50m Haversine distance grouping, SWC-XXXX ticket creation, and ward-level boundary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Phase 3: Render Cloud Migration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Express server deployment on Render, Firebase Admin SDK integration, and startup secret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Phase 4: Multi-City Replication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H3 hexagonal grid zoning, standardized SLA dashboards, and automated citizen survey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